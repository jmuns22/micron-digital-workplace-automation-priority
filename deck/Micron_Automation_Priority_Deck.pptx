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Priority Score by Workflow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Onboarding /
Provisioning</c:v>
                  </c:pt>
                  <c:pt idx="1">
                    <c:v>Shift-
Handoff</c:v>
                  </c:pt>
                  <c:pt idx="2">
                    <c:v>Equipment /
Tool Request</c:v>
                  </c:pt>
                  <c:pt idx="3">
                    <c:v>Password /
Access Reset</c:v>
                  </c:pt>
                  <c:pt idx="4">
                    <c:v>Meeting /
Resource Booking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Workplace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Priority Model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for prioritizing IT process automation across Micron's Digital Workplace organization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|  Business Analyst Candidate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process should Digital Workplace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first?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teams generate constant requests, but no consistent framework exists to compare where automation pays off first.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5900" y="306324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32278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08960" y="27432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71900" y="306324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92" y="322783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54680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394960" y="27432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057900" y="306324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92" y="322783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Services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680960" y="27432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43900" y="306324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492" y="322783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26680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Employee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(DEX)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966960" y="274320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629900" y="306324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4492" y="322783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012680" y="397764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prioritization by instinct, not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workflows scored on a 3-axis model, anchored to real industry benchmarks, not synthetic guesses.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=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(Feasibility × Impact) ÷ Risk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63931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workflows: onboarding, shift-handoff, equipment requests, password reset, meeting booking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361688"/>
            <a:ext cx="128016" cy="12801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2062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scored 1-5 on Feasibility, Impact, and Risk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928616"/>
            <a:ext cx="128016" cy="12801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77316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cost savings anchored to published 2025-26 benchmarks (Gartner, Forrester, SHRM, industry case studies)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495544"/>
            <a:ext cx="128016" cy="12801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34009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Top-scoring workflow mapped current-state to future-state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0" y="192024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0100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Forrester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SHRM 2025 Benchmarking Report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Verizon DBIR 2024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 case studies (Eviview, Teamazing, Velocity Smart)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Equipment / Tool Request Approval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(top) vs. future-state (bottom) workflow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94183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Prioritization Results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1732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Onboarding/Provisioning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$78,624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Shift-Handoff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$123,930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Equipment/Tool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Password/Access 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Meeting/Resource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583680" y="4709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Equipment/Tool Request scores highest on feasibility and low risk. Shift-Handoff and Password Reset carry the largest dollar savings.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Stress-Testing 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20% conservative haircut on savings, to account for adoption lag and estimation error, was applied to every workflow. One recommendation didn't survive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846320" cy="3108960"/>
          </a:xfrm>
          <a:prstGeom prst="roundRect">
            <a:avLst>
              <a:gd name="adj" fmla="val 2941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mo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11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 for Password / Access Reset automation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SSPR licensing ($1.50/user/mo) vs. real Forrester/Gartner savings benchmarks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029200" cy="3108960"/>
          </a:xfrm>
          <a:prstGeom prst="roundRect">
            <a:avLst>
              <a:gd name="adj" fmla="val 2941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(-20%)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166.7 mo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6118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period. Margin between savings and licensing cost nearly vanishes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net turns negative: -$7,840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prioritization frameworks need to survive scrutiny, not just look good on paper.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first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916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Equipment/Tool Request + Onboarding: both reuse Micron's existing ServiceNow instance, fastest low-risk payback.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514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next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8803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Meeting/Resource Booking: cheap to license, positive under every scenario tested.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862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03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before committing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4069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Password/Access Reset: thin margin under conservative assumptions; renegotiate licensing or confirm real reset volume before funding.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Digital Workplace team a repeatable way to rank automation candidates by evidence instead of instinct, and a build-ready process map for the top-scoring workflow.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2026-08-31T16:48:46Z</dcterms:created>
  <dcterms:modified xsi:type="dcterms:W3CDTF">2026-08-31T16:48:46Z</dcterms:modified>
</cp:coreProperties>
</file>